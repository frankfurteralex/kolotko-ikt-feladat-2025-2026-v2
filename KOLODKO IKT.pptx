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FEF616-C80F-D462-CDFA-F16D66312E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KOLODKO IKT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3C08E1C-E8EE-6849-EF52-26A78E4FAD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Készitette</a:t>
            </a:r>
            <a:r>
              <a:rPr lang="hu-HU" dirty="0"/>
              <a:t>: Ghimán </a:t>
            </a:r>
            <a:r>
              <a:rPr lang="hu-HU" dirty="0" err="1"/>
              <a:t>anton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3398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EE3678-584D-CDC8-E07E-78FFD556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MIKET CSINÁLTAM?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77254C-B6C9-0AEE-B9D2-39D8EE913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979156"/>
            <a:ext cx="9603275" cy="3450613"/>
          </a:xfrm>
        </p:spPr>
        <p:txBody>
          <a:bodyPr/>
          <a:lstStyle/>
          <a:p>
            <a:r>
              <a:rPr lang="hu-HU" dirty="0"/>
              <a:t>Első határidő </a:t>
            </a:r>
            <a:br>
              <a:rPr lang="hu-HU" dirty="0"/>
            </a:br>
            <a:r>
              <a:rPr lang="hu-HU" dirty="0"/>
              <a:t>SWOT</a:t>
            </a:r>
            <a:br>
              <a:rPr lang="hu-HU" dirty="0"/>
            </a:br>
            <a:r>
              <a:rPr lang="hu-HU" dirty="0"/>
              <a:t>Balta esszé</a:t>
            </a:r>
            <a:br>
              <a:rPr lang="hu-HU" dirty="0"/>
            </a:br>
            <a:r>
              <a:rPr lang="hu-HU" dirty="0" err="1"/>
              <a:t>Lánchid</a:t>
            </a:r>
            <a:r>
              <a:rPr lang="hu-HU" dirty="0"/>
              <a:t> esszé</a:t>
            </a:r>
            <a:br>
              <a:rPr lang="hu-HU" dirty="0"/>
            </a:br>
            <a:r>
              <a:rPr lang="hu-HU" dirty="0" err="1"/>
              <a:t>Mekk</a:t>
            </a:r>
            <a:r>
              <a:rPr lang="hu-HU" dirty="0"/>
              <a:t> </a:t>
            </a:r>
            <a:r>
              <a:rPr lang="hu-HU" dirty="0" err="1"/>
              <a:t>elek</a:t>
            </a:r>
            <a:r>
              <a:rPr lang="hu-HU" dirty="0"/>
              <a:t> esszé</a:t>
            </a:r>
            <a:br>
              <a:rPr lang="hu-HU" dirty="0"/>
            </a:br>
            <a:r>
              <a:rPr lang="hu-HU" dirty="0"/>
              <a:t>Szomorú tank esszé</a:t>
            </a:r>
            <a:br>
              <a:rPr lang="hu-HU" dirty="0"/>
            </a:br>
            <a:r>
              <a:rPr lang="hu-HU" dirty="0"/>
              <a:t>Bethlen </a:t>
            </a:r>
            <a:r>
              <a:rPr lang="hu-HU" dirty="0" err="1"/>
              <a:t>gábor</a:t>
            </a:r>
            <a:r>
              <a:rPr lang="hu-HU" dirty="0"/>
              <a:t> sz esszé</a:t>
            </a:r>
            <a:br>
              <a:rPr lang="hu-HU" dirty="0"/>
            </a:br>
            <a:r>
              <a:rPr lang="hu-HU" dirty="0" err="1"/>
              <a:t>Buvár</a:t>
            </a:r>
            <a:r>
              <a:rPr lang="hu-HU" dirty="0"/>
              <a:t> és kulcs esszé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793382E-E331-3798-63C8-A104B1F921F5}"/>
              </a:ext>
            </a:extLst>
          </p:cNvPr>
          <p:cNvSpPr txBox="1"/>
          <p:nvPr/>
        </p:nvSpPr>
        <p:spPr>
          <a:xfrm>
            <a:off x="4389120" y="1997444"/>
            <a:ext cx="2697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Második határidő:</a:t>
            </a:r>
            <a:br>
              <a:rPr lang="hu-HU" dirty="0"/>
            </a:br>
            <a:r>
              <a:rPr lang="hu-HU" dirty="0"/>
              <a:t>Nem voltam elérhető, csoport többi tagjai csinálták a dolgokat.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21523ACA-4F77-6501-0330-34AC458DBB85}"/>
              </a:ext>
            </a:extLst>
          </p:cNvPr>
          <p:cNvSpPr txBox="1"/>
          <p:nvPr/>
        </p:nvSpPr>
        <p:spPr>
          <a:xfrm>
            <a:off x="7260336" y="2167128"/>
            <a:ext cx="2194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Harmadik határidő:</a:t>
            </a:r>
            <a:br>
              <a:rPr lang="hu-HU" dirty="0"/>
            </a:br>
            <a:r>
              <a:rPr lang="hu-HU" dirty="0"/>
              <a:t>Szomorú tank weboldal</a:t>
            </a:r>
            <a:br>
              <a:rPr lang="hu-HU" dirty="0"/>
            </a:br>
            <a:r>
              <a:rPr lang="hu-HU" dirty="0"/>
              <a:t>Búvár és kulcs weboldal</a:t>
            </a:r>
            <a:br>
              <a:rPr lang="hu-HU" dirty="0"/>
            </a:br>
            <a:r>
              <a:rPr lang="hu-HU" dirty="0"/>
              <a:t>Balta weboldal</a:t>
            </a:r>
          </a:p>
        </p:txBody>
      </p:sp>
    </p:spTree>
    <p:extLst>
      <p:ext uri="{BB962C8B-B14F-4D97-AF65-F5344CB8AC3E}">
        <p14:creationId xmlns:p14="http://schemas.microsoft.com/office/powerpoint/2010/main" val="1241131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FC646F-FB82-37A5-C43A-04539963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Mit tanultam?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303F8A-3FEE-11CC-2BA0-234C96925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Javascript</a:t>
            </a:r>
            <a:r>
              <a:rPr lang="hu-HU" dirty="0"/>
              <a:t> világával való megismerkedés, CHATPGT </a:t>
            </a:r>
            <a:r>
              <a:rPr lang="hu-HU" dirty="0" err="1"/>
              <a:t>promtolás</a:t>
            </a:r>
            <a:r>
              <a:rPr lang="hu-HU" dirty="0"/>
              <a:t>, használata. Jobb </a:t>
            </a:r>
            <a:r>
              <a:rPr lang="hu-HU"/>
              <a:t>csapatmunka kreálása.</a:t>
            </a:r>
          </a:p>
        </p:txBody>
      </p:sp>
    </p:spTree>
    <p:extLst>
      <p:ext uri="{BB962C8B-B14F-4D97-AF65-F5344CB8AC3E}">
        <p14:creationId xmlns:p14="http://schemas.microsoft.com/office/powerpoint/2010/main" val="1709686154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{B541C228-7402-4B39-A993-8A97B629D971}TFc986dd65-aaf0-4d5c-bef9-9c391ee05f7bf96d489c-8a1f053c11b7</Template>
  <TotalTime>6</TotalTime>
  <Words>84</Words>
  <Application>Microsoft Office PowerPoint</Application>
  <PresentationFormat>Szélesvásznú</PresentationFormat>
  <Paragraphs>8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6" baseType="lpstr">
      <vt:lpstr>Arial</vt:lpstr>
      <vt:lpstr>Gill Sans MT</vt:lpstr>
      <vt:lpstr>Galéria</vt:lpstr>
      <vt:lpstr>KOLODKO IKT</vt:lpstr>
      <vt:lpstr>MIKET CSINÁLTAM? </vt:lpstr>
      <vt:lpstr>Mit tanultam?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Ghimán Anton Márton</dc:creator>
  <cp:lastModifiedBy>Ghimán Anton Márton</cp:lastModifiedBy>
  <cp:revision>1</cp:revision>
  <dcterms:created xsi:type="dcterms:W3CDTF">2026-01-20T22:01:46Z</dcterms:created>
  <dcterms:modified xsi:type="dcterms:W3CDTF">2026-01-20T22:08:45Z</dcterms:modified>
</cp:coreProperties>
</file>