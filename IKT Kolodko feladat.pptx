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A90E32-4DFB-D170-F896-12C56EFE6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9C2C3F8-103E-6DCC-DB9C-C374EF0EA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BDAEDFB-2B06-6309-4BB6-766F4477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C85B012-B59F-9D7E-FFBE-0FDE226F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4FC9C1-5CD1-9E3A-8D76-A01DECD0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950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2E129D-275A-623A-123B-83ACAC02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895076-2833-F444-32E7-B9B1DB558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824CBAD-018A-9162-EF6D-741747D31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DE26AC5-DFEA-5EBD-FE52-23B0565E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5873FA6-122F-0322-280B-72DF51EA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993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26C032-5340-46B3-220C-80F12CE0C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27B34D6-7E1A-3994-FDB1-DC273822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1B91F8-B54E-882D-1B8F-3B46EF52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53F6F2C-FD94-2700-7140-3B2C0564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960E7E8-BA93-5CC5-608C-3B864A56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801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F081A8-E74D-B578-B0FA-C967D8A0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9ECE36-DE7F-B040-48E8-41812F7F1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4B48C90-F24D-912E-8FB2-E6C65F353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9ED1B0A-B273-D7D5-1F40-8DB8A1DF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126243F-18FE-7168-9D90-3D4533283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AF82901-F6AD-B930-4F7F-07EF1B25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403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109FFF-2806-B096-4FFE-40529E02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3E9981D-9570-3958-2E5B-F59A7C3B0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CBE5C73-562B-32B8-AD70-273067462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12FAE85-A6D5-294D-0A6C-1972F9CF4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2DA4CBD-1EDA-08F3-ED29-A73666C4D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91185B3-4C6B-7242-7FD5-E0BDD57C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EA3E6B8-67AA-1717-5238-2811780ED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64753EF-818F-3123-4B58-587EAA85A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43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38385B-2DF8-32A4-7C22-FA6C7AD8B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07823F6-0935-4C0C-1418-70F574390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4E03A22-34BA-4DF5-B950-B2B21B1E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1A269BA-FA2A-C781-F6D6-8331FA0B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6149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1F9573B-4B15-80BB-F1FF-FCB9DC8E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7EBBD2F0-D7F6-C10F-DA31-54D55149C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1F8DEF9-E860-6FB5-F772-6536ECF9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4142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25F804-3EA5-AFD1-A780-665C6D87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5D7CC2-8CBD-7CC3-F4F7-65219FB7D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7C42D1A-46AE-586A-A011-4C06EF413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905C22A-CF23-BEAB-D056-E101B3165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CD56231-B78A-CF58-2703-6DBD6277D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38664F0-1E29-22FF-D099-C97D83C4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2098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990075-83A2-DE0B-8E7D-BEBE7FB6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D0A9ED2-E44C-8E8E-089D-001618F38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F6DFA72-7E08-6BC9-8E98-F234B855C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69294DE-ADCF-15C0-818A-457D966DD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F4F630C-16FE-DB93-9497-C82D4AFA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3EC07AE-9300-9B10-66F7-97CBB074B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580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81E59F-226B-450A-359F-A0292E41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55B6007-B4E1-64F9-EBB1-16838AA4A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A72D106-830F-BAB2-445A-769946924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7C6E500-99C4-ED7F-3537-89E661B00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4243D19-9250-5B13-1993-419AEEF4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3270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3E6DB09-3693-3EBE-FE03-C2BD01F39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595405F-CCF1-0FDF-E1CB-3737EBE07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FAC39AA-2880-2DDA-F3C6-BB23E0F31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B98ABA-BFF4-206A-D8E7-0952AC878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EDF3E2-633A-4356-726A-77D2BED7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281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5E3559A-EE5B-9D31-CF96-4AA4DD4CB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D64EF52-1E2B-EEB7-DEB0-75F4EB3AE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0442569-1901-1C4F-6EC6-CDAE9D7A9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5B2A2-E08C-4F2F-A95D-27702A2642EB}" type="datetimeFigureOut">
              <a:rPr lang="hu-HU" smtClean="0"/>
              <a:t>2026. 01. 20.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E885B5B-B082-B8F1-5C14-7F458E272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9BBE96D-4769-BA36-467C-7E148AB54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30698-716F-4EC9-A66E-61933B590E8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9828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F0A9C1-ACA2-BC34-462D-F5C612060F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IKT </a:t>
            </a:r>
            <a:r>
              <a:rPr lang="hu-HU" dirty="0" err="1"/>
              <a:t>Kolodko</a:t>
            </a:r>
            <a:r>
              <a:rPr lang="hu-HU" dirty="0"/>
              <a:t> feladat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E59332C-C8D2-1DDA-DD7A-90DB43E78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Frankfurter Alex </a:t>
            </a:r>
            <a:r>
              <a:rPr lang="hu-HU" dirty="0" err="1"/>
              <a:t>Bela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0033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23DFBF6F-A180-3B0F-87E5-F8DE68940943}"/>
              </a:ext>
            </a:extLst>
          </p:cNvPr>
          <p:cNvSpPr txBox="1"/>
          <p:nvPr/>
        </p:nvSpPr>
        <p:spPr>
          <a:xfrm>
            <a:off x="0" y="495300"/>
            <a:ext cx="34528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Mit csináltam én:</a:t>
            </a:r>
          </a:p>
          <a:p>
            <a:endParaRPr lang="hu-HU" sz="3200" dirty="0"/>
          </a:p>
          <a:p>
            <a:r>
              <a:rPr lang="hu-HU" sz="3200" dirty="0"/>
              <a:t>ELSŐ HATÁRIDŐ: </a:t>
            </a:r>
          </a:p>
          <a:p>
            <a:r>
              <a:rPr lang="hu-HU" sz="2400" dirty="0" err="1"/>
              <a:t>Gantt</a:t>
            </a:r>
            <a:r>
              <a:rPr lang="hu-HU" sz="2400" dirty="0"/>
              <a:t> </a:t>
            </a:r>
            <a:r>
              <a:rPr lang="hu-HU" sz="2400" dirty="0" err="1"/>
              <a:t>diagarm</a:t>
            </a:r>
            <a:r>
              <a:rPr lang="hu-HU" sz="2400" dirty="0"/>
              <a:t>,</a:t>
            </a:r>
          </a:p>
          <a:p>
            <a:r>
              <a:rPr lang="hu-HU" sz="2400" dirty="0"/>
              <a:t>Saját </a:t>
            </a:r>
            <a:r>
              <a:rPr lang="hu-HU" sz="2400" dirty="0" err="1"/>
              <a:t>git</a:t>
            </a:r>
            <a:r>
              <a:rPr lang="hu-HU" sz="2400" dirty="0"/>
              <a:t> </a:t>
            </a:r>
            <a:r>
              <a:rPr lang="hu-HU" sz="2400" dirty="0" err="1"/>
              <a:t>hub</a:t>
            </a:r>
            <a:r>
              <a:rPr lang="hu-HU" sz="2400" dirty="0"/>
              <a:t> </a:t>
            </a:r>
            <a:r>
              <a:rPr lang="hu-HU" sz="2400" dirty="0" err="1"/>
              <a:t>branches</a:t>
            </a:r>
            <a:r>
              <a:rPr lang="hu-HU" sz="2400" dirty="0"/>
              <a:t>,  </a:t>
            </a:r>
          </a:p>
          <a:p>
            <a:r>
              <a:rPr lang="hu-HU" sz="2400" dirty="0" err="1"/>
              <a:t>Kolodko</a:t>
            </a:r>
            <a:r>
              <a:rPr lang="hu-HU" sz="2400" dirty="0"/>
              <a:t> esszé,</a:t>
            </a:r>
          </a:p>
          <a:p>
            <a:r>
              <a:rPr lang="hu-HU" sz="2400" dirty="0" err="1"/>
              <a:t>Garfild</a:t>
            </a:r>
            <a:r>
              <a:rPr lang="hu-HU" sz="2400" dirty="0"/>
              <a:t> esszé,</a:t>
            </a:r>
          </a:p>
          <a:p>
            <a:r>
              <a:rPr lang="hu-HU" sz="2400" dirty="0"/>
              <a:t>8 kép </a:t>
            </a:r>
            <a:r>
              <a:rPr lang="hu-HU" sz="2400" dirty="0" err="1"/>
              <a:t>Kolodkoról</a:t>
            </a:r>
            <a:r>
              <a:rPr lang="hu-HU" sz="2400" dirty="0"/>
              <a:t>,</a:t>
            </a:r>
          </a:p>
          <a:p>
            <a:r>
              <a:rPr lang="hu-HU" sz="3200" dirty="0"/>
              <a:t> </a:t>
            </a:r>
          </a:p>
          <a:p>
            <a:endParaRPr lang="hu-HU" sz="3200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8E3D6D3-DB90-DC7D-8A52-2C412B192795}"/>
              </a:ext>
            </a:extLst>
          </p:cNvPr>
          <p:cNvSpPr txBox="1"/>
          <p:nvPr/>
        </p:nvSpPr>
        <p:spPr>
          <a:xfrm>
            <a:off x="3606800" y="495299"/>
            <a:ext cx="406125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3200" dirty="0"/>
          </a:p>
          <a:p>
            <a:endParaRPr lang="hu-HU" sz="3200" dirty="0"/>
          </a:p>
          <a:p>
            <a:r>
              <a:rPr lang="hu-HU" sz="3200" dirty="0"/>
              <a:t>MÁSODIK HATÁRIDŐ:</a:t>
            </a:r>
          </a:p>
          <a:p>
            <a:r>
              <a:rPr lang="hu-HU" sz="2400" dirty="0"/>
              <a:t>Benkővel a 8 </a:t>
            </a:r>
            <a:r>
              <a:rPr lang="hu-HU" sz="2400" dirty="0" err="1"/>
              <a:t>kolodko</a:t>
            </a:r>
            <a:r>
              <a:rPr lang="hu-HU" sz="2400" dirty="0"/>
              <a:t> Kép,</a:t>
            </a:r>
          </a:p>
          <a:p>
            <a:r>
              <a:rPr lang="hu-HU" sz="2400" dirty="0"/>
              <a:t>Harry Hill </a:t>
            </a:r>
            <a:r>
              <a:rPr lang="hu-HU" sz="2400" dirty="0" err="1"/>
              <a:t>Bandholtzról</a:t>
            </a:r>
            <a:r>
              <a:rPr lang="hu-HU" sz="2400" dirty="0"/>
              <a:t> és tőzsdepalotáról esszé,</a:t>
            </a:r>
          </a:p>
          <a:p>
            <a:r>
              <a:rPr lang="hu-HU" sz="2400" dirty="0"/>
              <a:t>Turista útvonal készítése </a:t>
            </a:r>
            <a:r>
              <a:rPr lang="hu-HU" sz="2400" dirty="0" err="1"/>
              <a:t>google</a:t>
            </a:r>
            <a:r>
              <a:rPr lang="hu-HU" sz="2400" dirty="0"/>
              <a:t> </a:t>
            </a:r>
            <a:r>
              <a:rPr lang="hu-HU" sz="2400" dirty="0" err="1"/>
              <a:t>mapsen</a:t>
            </a:r>
            <a:r>
              <a:rPr lang="hu-HU" sz="2400" dirty="0"/>
              <a:t>,</a:t>
            </a:r>
          </a:p>
          <a:p>
            <a:r>
              <a:rPr lang="hu-HU" sz="2400" dirty="0"/>
              <a:t>Teljes Turista leírás, </a:t>
            </a:r>
          </a:p>
          <a:p>
            <a:r>
              <a:rPr lang="hu-HU" sz="3200" dirty="0"/>
              <a:t> </a:t>
            </a:r>
          </a:p>
          <a:p>
            <a:endParaRPr lang="hu-HU" sz="32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1F2CB2D-20B2-ABC0-0B17-7600D4BFAC0C}"/>
              </a:ext>
            </a:extLst>
          </p:cNvPr>
          <p:cNvSpPr txBox="1"/>
          <p:nvPr/>
        </p:nvSpPr>
        <p:spPr>
          <a:xfrm>
            <a:off x="7975600" y="495299"/>
            <a:ext cx="4216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3200" dirty="0"/>
          </a:p>
          <a:p>
            <a:endParaRPr lang="hu-HU" sz="3200" dirty="0"/>
          </a:p>
          <a:p>
            <a:r>
              <a:rPr lang="hu-HU" sz="3200" dirty="0"/>
              <a:t>HARMADIK HATÁRIDŐ:</a:t>
            </a:r>
          </a:p>
          <a:p>
            <a:r>
              <a:rPr lang="hu-HU" sz="2400" dirty="0"/>
              <a:t>Útvonal weboldal elkészítése,</a:t>
            </a:r>
          </a:p>
          <a:p>
            <a:r>
              <a:rPr lang="hu-HU" sz="2400" dirty="0" err="1"/>
              <a:t>Landing</a:t>
            </a:r>
            <a:r>
              <a:rPr lang="hu-HU" sz="2400" dirty="0"/>
              <a:t> </a:t>
            </a:r>
            <a:r>
              <a:rPr lang="hu-HU" sz="2400" dirty="0" err="1"/>
              <a:t>pages</a:t>
            </a:r>
            <a:r>
              <a:rPr lang="hu-HU" sz="2400" dirty="0"/>
              <a:t> weboldal,</a:t>
            </a:r>
          </a:p>
          <a:p>
            <a:r>
              <a:rPr lang="hu-HU" sz="2400" dirty="0"/>
              <a:t>Breki béka és </a:t>
            </a:r>
            <a:r>
              <a:rPr lang="hu-HU" sz="2400" dirty="0" err="1"/>
              <a:t>Mekk</a:t>
            </a:r>
            <a:r>
              <a:rPr lang="hu-HU" sz="2400" dirty="0"/>
              <a:t> Elek weboldal</a:t>
            </a:r>
          </a:p>
          <a:p>
            <a:endParaRPr lang="hu-HU" sz="3200" dirty="0"/>
          </a:p>
          <a:p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1374276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555286FA-20A5-0BD2-B2C0-5FA0822222CF}"/>
              </a:ext>
            </a:extLst>
          </p:cNvPr>
          <p:cNvSpPr txBox="1"/>
          <p:nvPr/>
        </p:nvSpPr>
        <p:spPr>
          <a:xfrm>
            <a:off x="0" y="0"/>
            <a:ext cx="301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/>
              <a:t>Mit tanultam: 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F666A72-9889-16E7-037D-3B0BD5407D4C}"/>
              </a:ext>
            </a:extLst>
          </p:cNvPr>
          <p:cNvSpPr txBox="1"/>
          <p:nvPr/>
        </p:nvSpPr>
        <p:spPr>
          <a:xfrm>
            <a:off x="400050" y="1098550"/>
            <a:ext cx="7594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Megismerkedtem az JAVACRIPT világával a térképes oldalon </a:t>
            </a:r>
            <a:r>
              <a:rPr lang="hu-HU" dirty="0" err="1"/>
              <a:t>chatGPT</a:t>
            </a:r>
            <a:r>
              <a:rPr lang="hu-HU" dirty="0"/>
              <a:t> használatával,</a:t>
            </a:r>
          </a:p>
          <a:p>
            <a:r>
              <a:rPr lang="hu-HU" dirty="0"/>
              <a:t>A szobrokkal kapcsolatos oldalakon új </a:t>
            </a:r>
            <a:r>
              <a:rPr lang="hu-HU" dirty="0" err="1"/>
              <a:t>bootstrapes</a:t>
            </a:r>
            <a:r>
              <a:rPr lang="hu-HU" dirty="0"/>
              <a:t> elemek használata pl.:</a:t>
            </a:r>
          </a:p>
          <a:p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indicators</a:t>
            </a:r>
            <a:r>
              <a:rPr lang="hu-HU" dirty="0"/>
              <a:t>,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31612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104</Words>
  <Application>Microsoft Office PowerPoint</Application>
  <PresentationFormat>Szélesvásznú</PresentationFormat>
  <Paragraphs>30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Office-téma</vt:lpstr>
      <vt:lpstr>IKT Kolodko feladat 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Frankfurter Alex Béla</dc:creator>
  <cp:lastModifiedBy>Frankfurter Alex Béla</cp:lastModifiedBy>
  <cp:revision>3</cp:revision>
  <dcterms:created xsi:type="dcterms:W3CDTF">2026-01-20T16:36:47Z</dcterms:created>
  <dcterms:modified xsi:type="dcterms:W3CDTF">2026-01-20T20:58:35Z</dcterms:modified>
</cp:coreProperties>
</file>